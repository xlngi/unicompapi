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64a446d2dae10eef6dc2d3fc869d32da"/>
          <p:cNvSpPr/>
          <p:nvPr/>
        </p:nvSpPr>
        <p:spPr>
          <a:xfrm>
            <a:off x="1280160" y="720090"/>
            <a:ext cx="9631467" cy="483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试点成果</a:t>
            </a:r>
            <a:endParaRPr lang="en-US" sz="4000" dirty="0"/>
          </a:p>
        </p:txBody>
      </p:sp>
      <p:sp>
        <p:nvSpPr>
          <p:cNvPr id="3" name="UniComp Render element-cfc0fa71137fd9bb480432841140c3d1"/>
          <p:cNvSpPr/>
          <p:nvPr/>
        </p:nvSpPr>
        <p:spPr>
          <a:xfrm>
            <a:off x="10500087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niComp Render element-e7aeca57585c0e9211a044ac035f7c5f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33642" y="1750802"/>
            <a:ext cx="4604644" cy="4206514"/>
          </a:xfrm>
          <a:prstGeom prst="ellipse">
            <a:avLst/>
          </a:prstGeom>
        </p:spPr>
      </p:pic>
      <p:sp>
        <p:nvSpPr>
          <p:cNvPr id="3" name="UniComp Render element-43f3e8b5e3d960651ffae7c6f421895a"/>
          <p:cNvSpPr/>
          <p:nvPr/>
        </p:nvSpPr>
        <p:spPr>
          <a:xfrm>
            <a:off x="853410" y="480060"/>
            <a:ext cx="10484876" cy="105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更快交付，保留客户</a:t>
            </a:r>
            <a:endParaRPr lang="en-US" sz="3400" dirty="0"/>
          </a:p>
        </p:txBody>
      </p:sp>
      <p:sp>
        <p:nvSpPr>
          <p:cNvPr id="4" name="UniComp Render element-cbac02395ce054fd7dd1541175f0a757"/>
          <p:cNvSpPr/>
          <p:nvPr/>
        </p:nvSpPr>
        <p:spPr>
          <a:xfrm>
            <a:off x="853410" y="1750802"/>
            <a:ext cx="5627858" cy="129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客户续费率达到 92%</a:t>
            </a:r>
            <a:endParaRPr lang="en-US" sz="3000" dirty="0"/>
          </a:p>
        </p:txBody>
      </p:sp>
      <p:sp>
        <p:nvSpPr>
          <p:cNvPr id="5" name="UniComp Render element-56bc30d4387c2f5bb9c3b4f89eebfb5f"/>
          <p:cNvSpPr/>
          <p:nvPr/>
        </p:nvSpPr>
        <p:spPr>
          <a:xfrm>
            <a:off x="853410" y="3209087"/>
            <a:ext cx="5627858" cy="129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交付时间缩短 35%</a:t>
            </a:r>
            <a:endParaRPr lang="en-US" sz="2400" dirty="0"/>
          </a:p>
        </p:txBody>
      </p:sp>
      <p:sp>
        <p:nvSpPr>
          <p:cNvPr id="6" name="UniComp Render element-7eab1a45257b533f59a685880e4f25af"/>
          <p:cNvSpPr/>
          <p:nvPr/>
        </p:nvSpPr>
        <p:spPr>
          <a:xfrm>
            <a:off x="853410" y="4667280"/>
            <a:ext cx="5627858" cy="129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持续改进交付体验</a:t>
            </a:r>
            <a:endParaRPr lang="en-US" sz="2400" dirty="0"/>
          </a:p>
        </p:txBody>
      </p:sp>
      <p:sp>
        <p:nvSpPr>
          <p:cNvPr id="7" name="UniComp Render element-49cf48fde71d9b7bb88b8465cd92a274"/>
          <p:cNvSpPr/>
          <p:nvPr/>
        </p:nvSpPr>
        <p:spPr>
          <a:xfrm>
            <a:off x="10926797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5b4baad9a3213cc1f28ec3001334cdb1"/>
          <p:cNvSpPr/>
          <p:nvPr/>
        </p:nvSpPr>
        <p:spPr>
          <a:xfrm>
            <a:off x="1280160" y="720090"/>
            <a:ext cx="9631467" cy="483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试点成果</a:t>
            </a:r>
            <a:endParaRPr lang="en-US" sz="4000" dirty="0"/>
          </a:p>
        </p:txBody>
      </p:sp>
      <p:sp>
        <p:nvSpPr>
          <p:cNvPr id="3" name="UniComp Render element-288961354f81cfd4a00194ff55cb90bb"/>
          <p:cNvSpPr/>
          <p:nvPr/>
        </p:nvSpPr>
        <p:spPr>
          <a:xfrm>
            <a:off x="10500087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试点成果</dc:title>
  <dc:subject>PptxGenJS Presentation</dc:subject>
  <dc:creator>PptxGenJS</dc:creator>
  <cp:lastModifiedBy>PptxGenJS</cp:lastModifiedBy>
  <cp:revision>1</cp:revision>
  <dcterms:created xsi:type="dcterms:W3CDTF">2026-10-14T15:08:45Z</dcterms:created>
  <dcterms:modified xsi:type="dcterms:W3CDTF">2026-10-14T15:08:45Z</dcterms:modified>
</cp:coreProperties>
</file>