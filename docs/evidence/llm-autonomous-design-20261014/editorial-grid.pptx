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64a446d2dae10eef6dc2d3fc869d32da"/>
          <p:cNvSpPr/>
          <p:nvPr/>
        </p:nvSpPr>
        <p:spPr>
          <a:xfrm>
            <a:off x="1280160" y="720090"/>
            <a:ext cx="9631467" cy="483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试点成果</a:t>
            </a:r>
            <a:endParaRPr lang="en-US" sz="4000" dirty="0"/>
          </a:p>
        </p:txBody>
      </p:sp>
      <p:sp>
        <p:nvSpPr>
          <p:cNvPr id="3" name="UniComp Render element-cfc0fa71137fd9bb480432841140c3d1"/>
          <p:cNvSpPr/>
          <p:nvPr/>
        </p:nvSpPr>
        <p:spPr>
          <a:xfrm>
            <a:off x="10500087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389238ddd9f68d256aa8eab64103509a"/>
          <p:cNvSpPr/>
          <p:nvPr/>
        </p:nvSpPr>
        <p:spPr>
          <a:xfrm>
            <a:off x="6205393" y="3328233"/>
            <a:ext cx="5132893" cy="262908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UniComp Render element-c069696f90f96a2727915edb1074b6a1"/>
          <p:cNvSpPr/>
          <p:nvPr/>
        </p:nvSpPr>
        <p:spPr>
          <a:xfrm>
            <a:off x="853410" y="480060"/>
            <a:ext cx="10484876" cy="262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更快交付，保留客户</a:t>
            </a:r>
            <a:endParaRPr lang="en-US" sz="3800" dirty="0"/>
          </a:p>
        </p:txBody>
      </p:sp>
      <p:sp>
        <p:nvSpPr>
          <p:cNvPr id="4" name="UniComp Render element-37ea11daa281ffad44ccd773b392ed60"/>
          <p:cNvSpPr/>
          <p:nvPr/>
        </p:nvSpPr>
        <p:spPr>
          <a:xfrm>
            <a:off x="853410" y="3328233"/>
            <a:ext cx="5132893" cy="26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F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客户续费率达到 </a:t>
            </a:r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F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</a:t>
            </a:r>
            <a:endParaRPr lang="en-US" sz="2400" dirty="0"/>
          </a:p>
        </p:txBody>
      </p:sp>
      <p:sp>
        <p:nvSpPr>
          <p:cNvPr id="5" name="UniComp Render element-e9fb2f7980ed436d6119171589ba3993"/>
          <p:cNvSpPr/>
          <p:nvPr/>
        </p:nvSpPr>
        <p:spPr>
          <a:xfrm>
            <a:off x="6363127" y="3485967"/>
            <a:ext cx="4817425" cy="1087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交付时间缩短 35%</a:t>
            </a:r>
            <a:endParaRPr lang="en-US" sz="2400" dirty="0"/>
          </a:p>
        </p:txBody>
      </p:sp>
      <p:sp>
        <p:nvSpPr>
          <p:cNvPr id="6" name="UniComp Render element-fc90c62ac3632cc33e073be925bc9e22"/>
          <p:cNvSpPr/>
          <p:nvPr/>
        </p:nvSpPr>
        <p:spPr>
          <a:xfrm>
            <a:off x="6363127" y="4712178"/>
            <a:ext cx="4817425" cy="1087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持续改进交付体验</a:t>
            </a:r>
            <a:endParaRPr lang="en-US" sz="2400" dirty="0"/>
          </a:p>
        </p:txBody>
      </p:sp>
      <p:sp>
        <p:nvSpPr>
          <p:cNvPr id="7" name="UniComp Render element-49cf48fde71d9b7bb88b8465cd92a274"/>
          <p:cNvSpPr/>
          <p:nvPr/>
        </p:nvSpPr>
        <p:spPr>
          <a:xfrm>
            <a:off x="10926797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5b4baad9a3213cc1f28ec3001334cdb1"/>
          <p:cNvSpPr/>
          <p:nvPr/>
        </p:nvSpPr>
        <p:spPr>
          <a:xfrm>
            <a:off x="1280160" y="720090"/>
            <a:ext cx="9631467" cy="483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试点成果</a:t>
            </a:r>
            <a:endParaRPr lang="en-US" sz="4000" dirty="0"/>
          </a:p>
        </p:txBody>
      </p:sp>
      <p:sp>
        <p:nvSpPr>
          <p:cNvPr id="3" name="UniComp Render element-288961354f81cfd4a00194ff55cb90bb"/>
          <p:cNvSpPr/>
          <p:nvPr/>
        </p:nvSpPr>
        <p:spPr>
          <a:xfrm>
            <a:off x="10500087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试点成果</dc:title>
  <dc:subject>PptxGenJS Presentation</dc:subject>
  <dc:creator>PptxGenJS</dc:creator>
  <cp:lastModifiedBy>PptxGenJS</cp:lastModifiedBy>
  <cp:revision>1</cp:revision>
  <dcterms:created xsi:type="dcterms:W3CDTF">2026-10-14T15:08:38Z</dcterms:created>
  <dcterms:modified xsi:type="dcterms:W3CDTF">2026-10-14T15:08:38Z</dcterms:modified>
</cp:coreProperties>
</file>