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Comp Render element-64a446d2dae10eef6dc2d3fc869d32da"/>
          <p:cNvSpPr/>
          <p:nvPr/>
        </p:nvSpPr>
        <p:spPr>
          <a:xfrm>
            <a:off x="1280160" y="720090"/>
            <a:ext cx="9631467" cy="4838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试点成果</a:t>
            </a:r>
            <a:endParaRPr lang="en-US" sz="4000" dirty="0"/>
          </a:p>
        </p:txBody>
      </p:sp>
      <p:sp>
        <p:nvSpPr>
          <p:cNvPr id="3" name="UniComp Render element-cfc0fa71137fd9bb480432841140c3d1"/>
          <p:cNvSpPr/>
          <p:nvPr/>
        </p:nvSpPr>
        <p:spPr>
          <a:xfrm>
            <a:off x="10500087" y="597331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Comp Render element-5d65774e3de22d461d75183277d8119c"/>
          <p:cNvSpPr/>
          <p:nvPr/>
        </p:nvSpPr>
        <p:spPr>
          <a:xfrm>
            <a:off x="7726131" y="480060"/>
            <a:ext cx="3612154" cy="547725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UniComp Render element-78611fe4917e8e3167d0bf6f375bd64e"/>
          <p:cNvSpPr/>
          <p:nvPr/>
        </p:nvSpPr>
        <p:spPr>
          <a:xfrm>
            <a:off x="853410" y="480060"/>
            <a:ext cx="6708313" cy="2629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更快交付，保留客户</a:t>
            </a:r>
            <a:endParaRPr lang="en-US" sz="3400" dirty="0"/>
          </a:p>
        </p:txBody>
      </p:sp>
      <p:sp>
        <p:nvSpPr>
          <p:cNvPr id="4" name="UniComp Render element-0ce8e100befb8605775106c058b083d0"/>
          <p:cNvSpPr/>
          <p:nvPr/>
        </p:nvSpPr>
        <p:spPr>
          <a:xfrm>
            <a:off x="853410" y="3328233"/>
            <a:ext cx="6708313" cy="2629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F5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客户续费率达到 </a:t>
            </a:r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F5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92%</a:t>
            </a:r>
            <a:endParaRPr lang="en-US" sz="2400" dirty="0"/>
          </a:p>
        </p:txBody>
      </p:sp>
      <p:sp>
        <p:nvSpPr>
          <p:cNvPr id="5" name="UniComp Render element-0879096d2b2a53749f339f6aa0dc93c5"/>
          <p:cNvSpPr/>
          <p:nvPr/>
        </p:nvSpPr>
        <p:spPr>
          <a:xfrm>
            <a:off x="7870607" y="624535"/>
            <a:ext cx="3323204" cy="2527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交付时间缩短 35%</a:t>
            </a:r>
            <a:endParaRPr lang="en-US" sz="2400" dirty="0"/>
          </a:p>
        </p:txBody>
      </p:sp>
      <p:sp>
        <p:nvSpPr>
          <p:cNvPr id="6" name="UniComp Render element-89dcd1a11cff6fb106c180886ddb1516"/>
          <p:cNvSpPr/>
          <p:nvPr/>
        </p:nvSpPr>
        <p:spPr>
          <a:xfrm>
            <a:off x="7870607" y="3285165"/>
            <a:ext cx="3323204" cy="2527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持续改进交付体验</a:t>
            </a:r>
            <a:endParaRPr lang="en-US" sz="2400" dirty="0"/>
          </a:p>
        </p:txBody>
      </p:sp>
      <p:sp>
        <p:nvSpPr>
          <p:cNvPr id="7" name="UniComp Render element-49cf48fde71d9b7bb88b8465cd92a274"/>
          <p:cNvSpPr/>
          <p:nvPr/>
        </p:nvSpPr>
        <p:spPr>
          <a:xfrm>
            <a:off x="10926797" y="62133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Comp Render element-5b4baad9a3213cc1f28ec3001334cdb1"/>
          <p:cNvSpPr/>
          <p:nvPr/>
        </p:nvSpPr>
        <p:spPr>
          <a:xfrm>
            <a:off x="1280160" y="720090"/>
            <a:ext cx="9631467" cy="4838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试点成果</a:t>
            </a:r>
            <a:endParaRPr lang="en-US" sz="4000" dirty="0"/>
          </a:p>
        </p:txBody>
      </p:sp>
      <p:sp>
        <p:nvSpPr>
          <p:cNvPr id="3" name="UniComp Render element-288961354f81cfd4a00194ff55cb90bb"/>
          <p:cNvSpPr/>
          <p:nvPr/>
        </p:nvSpPr>
        <p:spPr>
          <a:xfrm>
            <a:off x="10500087" y="597331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试点成果</dc:title>
  <dc:subject>PptxGenJS Presentation</dc:subject>
  <dc:creator>PptxGenJS</dc:creator>
  <cp:lastModifiedBy>PptxGenJS</cp:lastModifiedBy>
  <cp:revision>1</cp:revision>
  <dcterms:created xsi:type="dcterms:W3CDTF">2026-10-14T15:08:32Z</dcterms:created>
  <dcterms:modified xsi:type="dcterms:W3CDTF">2026-10-14T15:08:32Z</dcterms:modified>
</cp:coreProperties>
</file>