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visual-4f3ad233-0bb4-472b-9132-221ab9c09b7f/ppt/slideLayouts/slideLayout1.xml" ContentType="application/vnd.openxmlformats-officedocument.presentationml.slideLayout+xml"/>
  <Override PartName="/ppt/visual-4f3ad233-0bb4-472b-9132-221ab9c09b7f/ppt/slideMasters/slideMaster1.xml" ContentType="application/vnd.openxmlformats-officedocument.presentationml.slideMaster+xml"/>
  <Override PartName="/ppt/visual-4f3ad233-0bb4-472b-9132-221ab9c09b7f/ppt/theme/theme1.xml" ContentType="application/vnd.openxmlformats-officedocument.theme+xml"/>
  <Override PartName="/ppt/visual-4f3ad233-0bb4-472b-9132-221ab9c09b7f/ppt/notesSlides/notesSlide1.xml" ContentType="application/vnd.openxmlformats-officedocument.presentationml.notesSlide+xml"/>
  <Override PartName="/ppt/visual-4f3ad233-0bb4-472b-9132-221ab9c09b7f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visual-4f3ad233-0bb4-472b-9132-221ab9c09b7f/ppt/slideLayouts/slideLayout1.xml"/><Relationship Id="rId2" Type="http://schemas.openxmlformats.org/officeDocument/2006/relationships/notesSlide" Target="../visual-4f3ad233-0bb4-472b-9132-221ab9c09b7f/ppt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add72c70329101d0ff950b35c4c1a117"/>
          <p:cNvSpPr/>
          <p:nvPr/>
        </p:nvSpPr>
        <p:spPr>
          <a:xfrm>
            <a:off x="1472733" y="4771796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64bc5ab64d5b9911896153c1628d6048"/>
          <p:cNvSpPr/>
          <p:nvPr/>
        </p:nvSpPr>
        <p:spPr>
          <a:xfrm>
            <a:off x="1472733" y="1738732"/>
            <a:ext cx="9246138" cy="299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4" name="UniComp Render element-2fe1a9c3d1f36c70227ed393a0955498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a44ca6117f09831567d4b23f784280f4"/>
          <p:cNvSpPr/>
          <p:nvPr/>
        </p:nvSpPr>
        <p:spPr>
          <a:xfrm>
            <a:off x="761970" y="779617"/>
            <a:ext cx="22860" cy="1500622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899cf28e93422547d18ff040633973bf"/>
          <p:cNvSpPr/>
          <p:nvPr/>
        </p:nvSpPr>
        <p:spPr>
          <a:xfrm>
            <a:off x="853410" y="779617"/>
            <a:ext cx="10484876" cy="150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3700" dirty="0"/>
          </a:p>
        </p:txBody>
      </p:sp>
      <p:sp>
        <p:nvSpPr>
          <p:cNvPr id="4" name="UniComp Render element-42c6b2f2ed1bd4882404242083af4915"/>
          <p:cNvSpPr/>
          <p:nvPr/>
        </p:nvSpPr>
        <p:spPr>
          <a:xfrm>
            <a:off x="853410" y="3128437"/>
            <a:ext cx="10484876" cy="257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验证生成链路稳定、可复核、可交付</a:t>
            </a:r>
            <a:endParaRPr lang="en-US" sz="2100" dirty="0"/>
          </a:p>
        </p:txBody>
      </p:sp>
      <p:sp>
        <p:nvSpPr>
          <p:cNvPr id="5" name="UniComp Render element-a9d4b4fc28be2c38b033a7a171c46f15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90cf9ad3f9f755394140f9d36a0047c6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测试范围</a:t>
            </a:r>
            <a:endParaRPr lang="en-US" sz="3700" dirty="0"/>
          </a:p>
        </p:txBody>
      </p:sp>
      <p:sp>
        <p:nvSpPr>
          <p:cNvPr id="3" name="UniComp Render element-0d42abdf471894dd2a7ef0dac1d88af6"/>
          <p:cNvSpPr/>
          <p:nvPr/>
        </p:nvSpPr>
        <p:spPr>
          <a:xfrm>
            <a:off x="853410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覆盖内容规划、Design IR、布局、渲染和登记</a:t>
            </a:r>
            <a:endParaRPr lang="en-US" sz="2100" dirty="0"/>
          </a:p>
        </p:txBody>
      </p:sp>
      <p:sp>
        <p:nvSpPr>
          <p:cNvPr id="4" name="UniComp Render element-06226c58a08c06affa0c4152260b0219"/>
          <p:cNvSpPr/>
          <p:nvPr/>
        </p:nvSpPr>
        <p:spPr>
          <a:xfrm>
            <a:off x="6223864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7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不覆盖真实 Provider 收费请求和 macOS 延期目标</a:t>
            </a:r>
            <a:endParaRPr lang="en-US" sz="1700" dirty="0"/>
          </a:p>
        </p:txBody>
      </p:sp>
      <p:sp>
        <p:nvSpPr>
          <p:cNvPr id="5" name="UniComp Render element-c35b528a6a66d9054b66ad41bdd946b2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70b6601f183ee81b50d282a80291dd60"/>
          <p:cNvSpPr/>
          <p:nvPr/>
        </p:nvSpPr>
        <p:spPr>
          <a:xfrm>
            <a:off x="1280160" y="720090"/>
            <a:ext cx="9631467" cy="673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测试流程</a:t>
            </a:r>
            <a:endParaRPr lang="en-US" sz="3800" dirty="0"/>
          </a:p>
        </p:txBody>
      </p:sp>
      <p:sp>
        <p:nvSpPr>
          <p:cNvPr id="3" name="UniComp Render element-eaf83999cf70eba303844fa98df92c27"/>
          <p:cNvSpPr/>
          <p:nvPr/>
        </p:nvSpPr>
        <p:spPr>
          <a:xfrm>
            <a:off x="1280160" y="1873971"/>
            <a:ext cx="2053194" cy="77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2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第一步：准备同等内容与约束</a:t>
            </a:r>
            <a:endParaRPr lang="en-US" sz="2200" dirty="0"/>
          </a:p>
        </p:txBody>
      </p:sp>
      <p:sp>
        <p:nvSpPr>
          <p:cNvPr id="4" name="UniComp Render element-a28fbc53dd0cdfc6343d2d6525f23399"/>
          <p:cNvSpPr/>
          <p:nvPr/>
        </p:nvSpPr>
        <p:spPr>
          <a:xfrm>
            <a:off x="3806190" y="1873971"/>
            <a:ext cx="2053194" cy="112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2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第二步：生成 Art Direction 与 Design IR</a:t>
            </a:r>
            <a:endParaRPr lang="en-US" sz="2200" dirty="0"/>
          </a:p>
        </p:txBody>
      </p:sp>
      <p:sp>
        <p:nvSpPr>
          <p:cNvPr id="5" name="UniComp Render element-72591beb7c74960bb02b5772eb92b029"/>
          <p:cNvSpPr/>
          <p:nvPr/>
        </p:nvSpPr>
        <p:spPr>
          <a:xfrm>
            <a:off x="6332311" y="1873971"/>
            <a:ext cx="2053194" cy="112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2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第三步：执行布局、渲染和结构检查</a:t>
            </a:r>
            <a:endParaRPr lang="en-US" sz="2200" dirty="0"/>
          </a:p>
        </p:txBody>
      </p:sp>
      <p:sp>
        <p:nvSpPr>
          <p:cNvPr id="6" name="UniComp Render element-62eae539f8f2f3976af222bfc3792041"/>
          <p:cNvSpPr/>
          <p:nvPr/>
        </p:nvSpPr>
        <p:spPr>
          <a:xfrm>
            <a:off x="8858341" y="1873971"/>
            <a:ext cx="2053194" cy="112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2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第四步：保存截图与可复核证据</a:t>
            </a:r>
            <a:endParaRPr lang="en-US" sz="2200" dirty="0"/>
          </a:p>
        </p:txBody>
      </p:sp>
      <p:sp>
        <p:nvSpPr>
          <p:cNvPr id="7" name="UniComp Render element-7c4a36dc3a34401693e4520169df57e4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9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46fa4fce2afc5c56974c24b007f1cf67"/>
          <p:cNvSpPr/>
          <p:nvPr/>
        </p:nvSpPr>
        <p:spPr>
          <a:xfrm>
            <a:off x="853410" y="1173632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5138bb7d290e01a9858b0b406e7d73bf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</a:t>
            </a:r>
            <a:endParaRPr lang="en-US" sz="3700" dirty="0"/>
          </a:p>
        </p:txBody>
      </p:sp>
      <p:sp>
        <p:nvSpPr>
          <p:cNvPr id="4" name="UniComp Render element-c5f0f38440e39631cae9f025c2c30e5f"/>
          <p:cNvSpPr/>
          <p:nvPr/>
        </p:nvSpPr>
        <p:spPr>
          <a:xfrm>
            <a:off x="853410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每页内容完整且无越界</a:t>
            </a:r>
            <a:endParaRPr lang="en-US" sz="2100" dirty="0"/>
          </a:p>
        </p:txBody>
      </p:sp>
      <p:sp>
        <p:nvSpPr>
          <p:cNvPr id="5" name="UniComp Render element-1e88747fbeff9f435890db132dc9543f"/>
          <p:cNvSpPr/>
          <p:nvPr/>
        </p:nvSpPr>
        <p:spPr>
          <a:xfrm>
            <a:off x="4433743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流程页按语义顺序呈现</a:t>
            </a:r>
            <a:endParaRPr lang="en-US" sz="2100" dirty="0"/>
          </a:p>
        </p:txBody>
      </p:sp>
      <p:sp>
        <p:nvSpPr>
          <p:cNvPr id="6" name="UniComp Render element-ae81ff159e04af29dccba19669f0a8d3"/>
          <p:cNvSpPr/>
          <p:nvPr/>
        </p:nvSpPr>
        <p:spPr>
          <a:xfrm>
            <a:off x="8013984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视觉风格跨页一致并可解释</a:t>
            </a:r>
            <a:endParaRPr lang="en-US" sz="2100" dirty="0"/>
          </a:p>
        </p:txBody>
      </p:sp>
      <p:sp>
        <p:nvSpPr>
          <p:cNvPr id="7" name="UniComp Render element-f94ff03eee6d82fd2ea6a821c1f68c9a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0b43ebaf3735dba87816ae1b7a4bd661"/>
          <p:cNvSpPr/>
          <p:nvPr/>
        </p:nvSpPr>
        <p:spPr>
          <a:xfrm>
            <a:off x="2146920" y="4553346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816a4b6f66cc4cd5cd53133003844944"/>
          <p:cNvSpPr/>
          <p:nvPr/>
        </p:nvSpPr>
        <p:spPr>
          <a:xfrm>
            <a:off x="2146920" y="1957273"/>
            <a:ext cx="7897764" cy="25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4" name="UniComp Render element-a4c96f2891fe816d12f5f58de41d8883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visual-4f3ad233-0bb4-472b-9132-221ab9c09b7f/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visual-4f3ad233-0bb4-472b-9132-221ab9c09b7f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visual-4f3ad233-0bb4-472b-9132-221ab9c09b7f/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../../slides/slide4.xml"/>
		</Relationships>
</file>

<file path=ppt/visual-4f3ad233-0bb4-472b-9132-221ab9c09b7f/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visual-4f3ad233-0bb4-472b-9132-221ab9c09b7f/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visual-4f3ad233-0bb4-472b-9132-221ab9c09b7f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visual-4f3ad233-0bb4-472b-9132-221ab9c09b7f/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visual-4f3ad233-0bb4-472b-9132-221ab9c09b7f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visual-4f3ad233-0bb4-472b-9132-221ab9c09b7f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测试演示文稿：质量闭环</dc:title>
  <dc:subject>PptxGenJS Presentation</dc:subject>
  <dc:creator>PptxGenJS</dc:creator>
  <cp:lastModifiedBy>PptxGenJS</cp:lastModifiedBy>
  <cp:revision>1</cp:revision>
  <dcterms:created xsi:type="dcterms:W3CDTF">2026-10-14T07:04:42Z</dcterms:created>
  <dcterms:modified xsi:type="dcterms:W3CDTF">2026-10-14T07:04:42Z</dcterms:modified>
</cp:coreProperties>
</file>