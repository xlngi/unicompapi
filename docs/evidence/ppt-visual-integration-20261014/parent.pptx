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42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iComp Render element-add72c70329101d0ff950b35c4c1a117"/>
          <p:cNvSpPr/>
          <p:nvPr/>
        </p:nvSpPr>
        <p:spPr>
          <a:xfrm>
            <a:off x="1472733" y="4771796"/>
            <a:ext cx="822960" cy="22860"/>
          </a:xfrm>
          <a:prstGeom prst="line">
            <a:avLst/>
          </a:prstGeom>
          <a:noFill/>
          <a:ln w="12700">
            <a:solidFill>
              <a:srgbClr val="35D6C8"/>
            </a:solidFill>
            <a:prstDash val="solid"/>
          </a:ln>
        </p:spPr>
      </p:sp>
      <p:sp>
        <p:nvSpPr>
          <p:cNvPr id="3" name="UniComp Render element-64bc5ab64d5b9911896153c1628d6048"/>
          <p:cNvSpPr/>
          <p:nvPr/>
        </p:nvSpPr>
        <p:spPr>
          <a:xfrm>
            <a:off x="1472733" y="1738732"/>
            <a:ext cx="9246138" cy="2996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4000"/>
              </a:lnSpc>
              <a:buNone/>
            </a:pPr>
            <a:r>
              <a:rPr lang="en-US" sz="3800" b="1" spc="15" kern="0" dirty="0">
                <a:solidFill>
                  <a:srgbClr val="35D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测试演示文稿：质量闭环</a:t>
            </a:r>
            <a:endParaRPr lang="en-US" sz="3800" dirty="0"/>
          </a:p>
        </p:txBody>
      </p:sp>
      <p:sp>
        <p:nvSpPr>
          <p:cNvPr id="4" name="UniComp Render element-2fe1a9c3d1f36c70227ed393a0955498"/>
          <p:cNvSpPr/>
          <p:nvPr/>
        </p:nvSpPr>
        <p:spPr>
          <a:xfrm>
            <a:off x="10500055" y="597331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4000"/>
              </a:lnSpc>
              <a:buNone/>
            </a:pPr>
            <a:r>
              <a:rPr lang="en-US" sz="1000" spc="15" kern="0" dirty="0">
                <a:solidFill>
                  <a:srgbClr val="B7C9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iComp Render element-a44ca6117f09831567d4b23f784280f4"/>
          <p:cNvSpPr/>
          <p:nvPr/>
        </p:nvSpPr>
        <p:spPr>
          <a:xfrm>
            <a:off x="761970" y="779617"/>
            <a:ext cx="22860" cy="1500622"/>
          </a:xfrm>
          <a:prstGeom prst="line">
            <a:avLst/>
          </a:prstGeom>
          <a:noFill/>
          <a:ln w="12700">
            <a:solidFill>
              <a:srgbClr val="35D6C8"/>
            </a:solidFill>
            <a:prstDash val="solid"/>
          </a:ln>
        </p:spPr>
      </p:sp>
      <p:sp>
        <p:nvSpPr>
          <p:cNvPr id="3" name="UniComp Render element-899cf28e93422547d18ff040633973bf"/>
          <p:cNvSpPr/>
          <p:nvPr/>
        </p:nvSpPr>
        <p:spPr>
          <a:xfrm>
            <a:off x="853410" y="779617"/>
            <a:ext cx="10484876" cy="1500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4000"/>
              </a:lnSpc>
              <a:buNone/>
            </a:pPr>
            <a:r>
              <a:rPr lang="en-US" sz="3700" b="1" spc="15" kern="0" dirty="0">
                <a:solidFill>
                  <a:srgbClr val="35D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测试目标</a:t>
            </a:r>
            <a:endParaRPr lang="en-US" sz="3700" dirty="0"/>
          </a:p>
        </p:txBody>
      </p:sp>
      <p:sp>
        <p:nvSpPr>
          <p:cNvPr id="4" name="UniComp Render element-42c6b2f2ed1bd4882404242083af4915"/>
          <p:cNvSpPr/>
          <p:nvPr/>
        </p:nvSpPr>
        <p:spPr>
          <a:xfrm>
            <a:off x="853410" y="3128437"/>
            <a:ext cx="10484876" cy="2572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2100" spc="15" kern="0" dirty="0">
                <a:solidFill>
                  <a:srgbClr val="F5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验证生成链路稳定、可复核、可交付</a:t>
            </a:r>
            <a:endParaRPr lang="en-US" sz="2100" dirty="0"/>
          </a:p>
        </p:txBody>
      </p:sp>
      <p:sp>
        <p:nvSpPr>
          <p:cNvPr id="5" name="UniComp Render element-a9d4b4fc28be2c38b033a7a171c46f15"/>
          <p:cNvSpPr/>
          <p:nvPr/>
        </p:nvSpPr>
        <p:spPr>
          <a:xfrm>
            <a:off x="10926806" y="621334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4000"/>
              </a:lnSpc>
              <a:buNone/>
            </a:pPr>
            <a:r>
              <a:rPr lang="en-US" sz="1000" spc="15" kern="0" dirty="0">
                <a:solidFill>
                  <a:srgbClr val="B7C9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iComp Render element-90cf9ad3f9f755394140f9d36a0047c6"/>
          <p:cNvSpPr/>
          <p:nvPr/>
        </p:nvSpPr>
        <p:spPr>
          <a:xfrm>
            <a:off x="853410" y="480060"/>
            <a:ext cx="10484876" cy="656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3700" b="1" spc="15" kern="0" dirty="0">
                <a:solidFill>
                  <a:srgbClr val="35D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测试范围</a:t>
            </a:r>
            <a:endParaRPr lang="en-US" sz="3700" dirty="0"/>
          </a:p>
        </p:txBody>
      </p:sp>
      <p:sp>
        <p:nvSpPr>
          <p:cNvPr id="3" name="UniComp Render element-0d42abdf471894dd2a7ef0dac1d88af6"/>
          <p:cNvSpPr/>
          <p:nvPr/>
        </p:nvSpPr>
        <p:spPr>
          <a:xfrm>
            <a:off x="853410" y="1393088"/>
            <a:ext cx="5114422" cy="738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2100" spc="15" kern="0" dirty="0">
                <a:solidFill>
                  <a:srgbClr val="F5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覆盖内容规划、Design IR、布局、渲染和登记</a:t>
            </a:r>
            <a:endParaRPr lang="en-US" sz="2100" dirty="0"/>
          </a:p>
        </p:txBody>
      </p:sp>
      <p:sp>
        <p:nvSpPr>
          <p:cNvPr id="4" name="UniComp Render element-06226c58a08c06affa0c4152260b0219"/>
          <p:cNvSpPr/>
          <p:nvPr/>
        </p:nvSpPr>
        <p:spPr>
          <a:xfrm>
            <a:off x="6223864" y="1393088"/>
            <a:ext cx="5114422" cy="738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700" spc="15" kern="0" dirty="0">
                <a:solidFill>
                  <a:srgbClr val="B7C9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不覆盖真实 Provider 收费请求和 macOS 延期目标</a:t>
            </a:r>
            <a:endParaRPr lang="en-US" sz="1700" dirty="0"/>
          </a:p>
        </p:txBody>
      </p:sp>
      <p:sp>
        <p:nvSpPr>
          <p:cNvPr id="5" name="UniComp Render element-c35b528a6a66d9054b66ad41bdd946b2"/>
          <p:cNvSpPr/>
          <p:nvPr/>
        </p:nvSpPr>
        <p:spPr>
          <a:xfrm>
            <a:off x="10926806" y="621334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4000"/>
              </a:lnSpc>
              <a:buNone/>
            </a:pPr>
            <a:r>
              <a:rPr lang="en-US" sz="1000" spc="15" kern="0" dirty="0">
                <a:solidFill>
                  <a:srgbClr val="B7C9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iComp Render element-939824c5e982f606c503bb750dd532a9"/>
          <p:cNvSpPr/>
          <p:nvPr/>
        </p:nvSpPr>
        <p:spPr>
          <a:xfrm>
            <a:off x="1976567" y="1173632"/>
            <a:ext cx="182880" cy="182880"/>
          </a:xfrm>
          <a:prstGeom prst="ellipse">
            <a:avLst/>
          </a:prstGeom>
          <a:solidFill>
            <a:srgbClr val="35D6C8"/>
          </a:solidFill>
          <a:ln w="12700">
            <a:solidFill>
              <a:srgbClr val="35D6C8"/>
            </a:solidFill>
            <a:prstDash val="solid"/>
          </a:ln>
        </p:spPr>
      </p:sp>
      <p:sp>
        <p:nvSpPr>
          <p:cNvPr id="3" name="UniComp Render element-32049d8cab8e3a44da5689b7b1afb1ec"/>
          <p:cNvSpPr/>
          <p:nvPr/>
        </p:nvSpPr>
        <p:spPr>
          <a:xfrm>
            <a:off x="4661794" y="1173632"/>
            <a:ext cx="182880" cy="182880"/>
          </a:xfrm>
          <a:prstGeom prst="ellipse">
            <a:avLst/>
          </a:prstGeom>
          <a:solidFill>
            <a:srgbClr val="35D6C8"/>
          </a:solidFill>
          <a:ln w="12700">
            <a:solidFill>
              <a:srgbClr val="35D6C8"/>
            </a:solidFill>
            <a:prstDash val="solid"/>
          </a:ln>
        </p:spPr>
      </p:sp>
      <p:sp>
        <p:nvSpPr>
          <p:cNvPr id="4" name="UniComp Render element-5d48832f735ea93c7a21bdc817340f00"/>
          <p:cNvSpPr/>
          <p:nvPr/>
        </p:nvSpPr>
        <p:spPr>
          <a:xfrm>
            <a:off x="7347021" y="1173632"/>
            <a:ext cx="182880" cy="182880"/>
          </a:xfrm>
          <a:prstGeom prst="ellipse">
            <a:avLst/>
          </a:prstGeom>
          <a:solidFill>
            <a:srgbClr val="35D6C8"/>
          </a:solidFill>
          <a:ln w="12700">
            <a:solidFill>
              <a:srgbClr val="35D6C8"/>
            </a:solidFill>
            <a:prstDash val="solid"/>
          </a:ln>
        </p:spPr>
      </p:sp>
      <p:sp>
        <p:nvSpPr>
          <p:cNvPr id="5" name="UniComp Render element-b733841bf73d495ff05c45dd3b269107"/>
          <p:cNvSpPr/>
          <p:nvPr/>
        </p:nvSpPr>
        <p:spPr>
          <a:xfrm>
            <a:off x="10032248" y="1173632"/>
            <a:ext cx="182880" cy="182880"/>
          </a:xfrm>
          <a:prstGeom prst="ellipse">
            <a:avLst/>
          </a:prstGeom>
          <a:solidFill>
            <a:srgbClr val="35D6C8"/>
          </a:solidFill>
          <a:ln w="12700">
            <a:solidFill>
              <a:srgbClr val="35D6C8"/>
            </a:solidFill>
            <a:prstDash val="solid"/>
          </a:ln>
        </p:spPr>
      </p:sp>
      <p:sp>
        <p:nvSpPr>
          <p:cNvPr id="6" name="UniComp Render element-2804f102c122e398eac651709f97ead9"/>
          <p:cNvSpPr/>
          <p:nvPr/>
        </p:nvSpPr>
        <p:spPr>
          <a:xfrm>
            <a:off x="2159447" y="1253185"/>
            <a:ext cx="2502347" cy="22860"/>
          </a:xfrm>
          <a:prstGeom prst="line">
            <a:avLst/>
          </a:prstGeom>
          <a:noFill/>
          <a:ln w="12700">
            <a:solidFill>
              <a:srgbClr val="35D6C8"/>
            </a:solidFill>
            <a:prstDash val="solid"/>
          </a:ln>
        </p:spPr>
      </p:sp>
      <p:sp>
        <p:nvSpPr>
          <p:cNvPr id="7" name="UniComp Render element-a0de3b432f5a1ee8245edffc25f1de82"/>
          <p:cNvSpPr/>
          <p:nvPr/>
        </p:nvSpPr>
        <p:spPr>
          <a:xfrm>
            <a:off x="4844674" y="1253185"/>
            <a:ext cx="2502347" cy="22860"/>
          </a:xfrm>
          <a:prstGeom prst="line">
            <a:avLst/>
          </a:prstGeom>
          <a:noFill/>
          <a:ln w="12700">
            <a:solidFill>
              <a:srgbClr val="35D6C8"/>
            </a:solidFill>
            <a:prstDash val="solid"/>
          </a:ln>
        </p:spPr>
      </p:sp>
      <p:sp>
        <p:nvSpPr>
          <p:cNvPr id="8" name="UniComp Render element-6881a403f55821288867eaf65f975fef"/>
          <p:cNvSpPr/>
          <p:nvPr/>
        </p:nvSpPr>
        <p:spPr>
          <a:xfrm>
            <a:off x="7529901" y="1253185"/>
            <a:ext cx="2502347" cy="22860"/>
          </a:xfrm>
          <a:prstGeom prst="line">
            <a:avLst/>
          </a:prstGeom>
          <a:noFill/>
          <a:ln w="12700">
            <a:solidFill>
              <a:srgbClr val="35D6C8"/>
            </a:solidFill>
            <a:prstDash val="solid"/>
          </a:ln>
        </p:spPr>
      </p:sp>
      <p:sp>
        <p:nvSpPr>
          <p:cNvPr id="9" name="UniComp Render element-92a2a625131c8687f80c9f416e5a49fc"/>
          <p:cNvSpPr/>
          <p:nvPr/>
        </p:nvSpPr>
        <p:spPr>
          <a:xfrm>
            <a:off x="761970" y="480060"/>
            <a:ext cx="22860" cy="656996"/>
          </a:xfrm>
          <a:prstGeom prst="line">
            <a:avLst/>
          </a:prstGeom>
          <a:noFill/>
          <a:ln w="12700">
            <a:solidFill>
              <a:srgbClr val="35D6C8"/>
            </a:solidFill>
            <a:prstDash val="solid"/>
          </a:ln>
        </p:spPr>
      </p:sp>
      <p:sp>
        <p:nvSpPr>
          <p:cNvPr id="10" name="UniComp Render element-70b6601f183ee81b50d282a80291dd60"/>
          <p:cNvSpPr/>
          <p:nvPr/>
        </p:nvSpPr>
        <p:spPr>
          <a:xfrm>
            <a:off x="853410" y="480060"/>
            <a:ext cx="10484876" cy="656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4000"/>
              </a:lnSpc>
              <a:buNone/>
            </a:pPr>
            <a:r>
              <a:rPr lang="en-US" sz="3700" b="1" spc="15" kern="0" dirty="0">
                <a:solidFill>
                  <a:srgbClr val="35D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测试流程</a:t>
            </a:r>
            <a:endParaRPr lang="en-US" sz="3700" dirty="0"/>
          </a:p>
        </p:txBody>
      </p:sp>
      <p:sp>
        <p:nvSpPr>
          <p:cNvPr id="11" name="UniComp Render element-eaf83999cf70eba303844fa98df92c27"/>
          <p:cNvSpPr/>
          <p:nvPr/>
        </p:nvSpPr>
        <p:spPr>
          <a:xfrm>
            <a:off x="853410" y="1393088"/>
            <a:ext cx="2429195" cy="738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2100" spc="15" kern="0" dirty="0">
                <a:solidFill>
                  <a:srgbClr val="F5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第一步：准备同等内容与约束</a:t>
            </a:r>
            <a:endParaRPr lang="en-US" sz="2100" dirty="0"/>
          </a:p>
        </p:txBody>
      </p:sp>
      <p:sp>
        <p:nvSpPr>
          <p:cNvPr id="12" name="UniComp Render element-a28fbc53dd0cdfc6343d2d6525f23399"/>
          <p:cNvSpPr/>
          <p:nvPr/>
        </p:nvSpPr>
        <p:spPr>
          <a:xfrm>
            <a:off x="3538637" y="1393088"/>
            <a:ext cx="2429195" cy="1079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2100" spc="15" kern="0" dirty="0">
                <a:solidFill>
                  <a:srgbClr val="F5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第二步：生成 Art Direction 与 Design IR</a:t>
            </a:r>
            <a:endParaRPr lang="en-US" sz="2100" dirty="0"/>
          </a:p>
        </p:txBody>
      </p:sp>
      <p:sp>
        <p:nvSpPr>
          <p:cNvPr id="13" name="UniComp Render element-72591beb7c74960bb02b5772eb92b029"/>
          <p:cNvSpPr/>
          <p:nvPr/>
        </p:nvSpPr>
        <p:spPr>
          <a:xfrm>
            <a:off x="6223864" y="1393088"/>
            <a:ext cx="2429195" cy="738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2100" spc="15" kern="0" dirty="0">
                <a:solidFill>
                  <a:srgbClr val="F5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第三步：执行布局、渲染和结构检查</a:t>
            </a:r>
            <a:endParaRPr lang="en-US" sz="2100" dirty="0"/>
          </a:p>
        </p:txBody>
      </p:sp>
      <p:sp>
        <p:nvSpPr>
          <p:cNvPr id="14" name="UniComp Render element-62eae539f8f2f3976af222bfc3792041"/>
          <p:cNvSpPr/>
          <p:nvPr/>
        </p:nvSpPr>
        <p:spPr>
          <a:xfrm>
            <a:off x="8909091" y="1393088"/>
            <a:ext cx="2429195" cy="738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2100" spc="15" kern="0" dirty="0">
                <a:solidFill>
                  <a:srgbClr val="F5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第四步：保存截图与可复核证据</a:t>
            </a:r>
            <a:endParaRPr lang="en-US" sz="2100" dirty="0"/>
          </a:p>
        </p:txBody>
      </p:sp>
      <p:sp>
        <p:nvSpPr>
          <p:cNvPr id="15" name="UniComp Render element-7c4a36dc3a34401693e4520169df57e4"/>
          <p:cNvSpPr/>
          <p:nvPr/>
        </p:nvSpPr>
        <p:spPr>
          <a:xfrm>
            <a:off x="10926806" y="621334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4000"/>
              </a:lnSpc>
              <a:buNone/>
            </a:pPr>
            <a:r>
              <a:rPr lang="en-US" sz="1000" spc="15" kern="0" dirty="0">
                <a:solidFill>
                  <a:srgbClr val="B7C9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339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iComp Render element-46fa4fce2afc5c56974c24b007f1cf67"/>
          <p:cNvSpPr/>
          <p:nvPr/>
        </p:nvSpPr>
        <p:spPr>
          <a:xfrm>
            <a:off x="853410" y="1173632"/>
            <a:ext cx="822960" cy="22860"/>
          </a:xfrm>
          <a:prstGeom prst="line">
            <a:avLst/>
          </a:prstGeom>
          <a:noFill/>
          <a:ln w="12700">
            <a:solidFill>
              <a:srgbClr val="35D6C8"/>
            </a:solidFill>
            <a:prstDash val="solid"/>
          </a:ln>
        </p:spPr>
      </p:sp>
      <p:sp>
        <p:nvSpPr>
          <p:cNvPr id="3" name="UniComp Render element-5138bb7d290e01a9858b0b406e7d73bf"/>
          <p:cNvSpPr/>
          <p:nvPr/>
        </p:nvSpPr>
        <p:spPr>
          <a:xfrm>
            <a:off x="853410" y="480060"/>
            <a:ext cx="10484876" cy="656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3700" b="1" spc="15" kern="0" dirty="0">
                <a:solidFill>
                  <a:srgbClr val="35D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预期结果</a:t>
            </a:r>
            <a:endParaRPr lang="en-US" sz="3700" dirty="0"/>
          </a:p>
        </p:txBody>
      </p:sp>
      <p:sp>
        <p:nvSpPr>
          <p:cNvPr id="4" name="UniComp Render element-c5f0f38440e39631cae9f025c2c30e5f"/>
          <p:cNvSpPr/>
          <p:nvPr/>
        </p:nvSpPr>
        <p:spPr>
          <a:xfrm>
            <a:off x="853410" y="1393088"/>
            <a:ext cx="3324301" cy="397124"/>
          </a:xfrm>
          <a:prstGeom prst="rect">
            <a:avLst/>
          </a:prstGeom>
          <a:noFill/>
          <a:ln w="12700">
            <a:solidFill>
              <a:srgbClr val="35D6C8"/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2100" spc="15" kern="0" dirty="0">
                <a:solidFill>
                  <a:srgbClr val="F5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每页内容完整且无越界</a:t>
            </a:r>
            <a:endParaRPr lang="en-US" sz="2100" dirty="0"/>
          </a:p>
        </p:txBody>
      </p:sp>
      <p:sp>
        <p:nvSpPr>
          <p:cNvPr id="5" name="UniComp Render element-1e88747fbeff9f435890db132dc9543f"/>
          <p:cNvSpPr/>
          <p:nvPr/>
        </p:nvSpPr>
        <p:spPr>
          <a:xfrm>
            <a:off x="4433743" y="1393088"/>
            <a:ext cx="3324301" cy="397124"/>
          </a:xfrm>
          <a:prstGeom prst="rect">
            <a:avLst/>
          </a:prstGeom>
          <a:noFill/>
          <a:ln w="12700">
            <a:solidFill>
              <a:srgbClr val="35D6C8"/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2100" spc="15" kern="0" dirty="0">
                <a:solidFill>
                  <a:srgbClr val="F5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流程页按语义顺序呈现</a:t>
            </a:r>
            <a:endParaRPr lang="en-US" sz="2100" dirty="0"/>
          </a:p>
        </p:txBody>
      </p:sp>
      <p:sp>
        <p:nvSpPr>
          <p:cNvPr id="6" name="UniComp Render element-ae81ff159e04af29dccba19669f0a8d3"/>
          <p:cNvSpPr/>
          <p:nvPr/>
        </p:nvSpPr>
        <p:spPr>
          <a:xfrm>
            <a:off x="8013984" y="1393088"/>
            <a:ext cx="3324301" cy="397124"/>
          </a:xfrm>
          <a:prstGeom prst="rect">
            <a:avLst/>
          </a:prstGeom>
          <a:noFill/>
          <a:ln w="12700">
            <a:solidFill>
              <a:srgbClr val="35D6C8"/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2100" spc="15" kern="0" dirty="0">
                <a:solidFill>
                  <a:srgbClr val="F5FA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视觉风格跨页一致并可解释</a:t>
            </a:r>
            <a:endParaRPr lang="en-US" sz="2100" dirty="0"/>
          </a:p>
        </p:txBody>
      </p:sp>
      <p:sp>
        <p:nvSpPr>
          <p:cNvPr id="7" name="UniComp Render element-f94ff03eee6d82fd2ea6a821c1f68c9a"/>
          <p:cNvSpPr/>
          <p:nvPr/>
        </p:nvSpPr>
        <p:spPr>
          <a:xfrm>
            <a:off x="10926806" y="621334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4000"/>
              </a:lnSpc>
              <a:buNone/>
            </a:pPr>
            <a:r>
              <a:rPr lang="en-US" sz="1000" spc="15" kern="0" dirty="0">
                <a:solidFill>
                  <a:srgbClr val="B7C9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iComp Render element-0b43ebaf3735dba87816ae1b7a4bd661"/>
          <p:cNvSpPr/>
          <p:nvPr/>
        </p:nvSpPr>
        <p:spPr>
          <a:xfrm>
            <a:off x="2146920" y="4553346"/>
            <a:ext cx="822960" cy="22860"/>
          </a:xfrm>
          <a:prstGeom prst="line">
            <a:avLst/>
          </a:prstGeom>
          <a:noFill/>
          <a:ln w="12700">
            <a:solidFill>
              <a:srgbClr val="35D6C8"/>
            </a:solidFill>
            <a:prstDash val="solid"/>
          </a:ln>
        </p:spPr>
      </p:sp>
      <p:sp>
        <p:nvSpPr>
          <p:cNvPr id="3" name="UniComp Render element-816a4b6f66cc4cd5cd53133003844944"/>
          <p:cNvSpPr/>
          <p:nvPr/>
        </p:nvSpPr>
        <p:spPr>
          <a:xfrm>
            <a:off x="2146920" y="1957273"/>
            <a:ext cx="7897764" cy="25594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4000"/>
              </a:lnSpc>
              <a:buNone/>
            </a:pPr>
            <a:r>
              <a:rPr lang="en-US" sz="3800" b="1" spc="15" kern="0" dirty="0">
                <a:solidFill>
                  <a:srgbClr val="35D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测试演示文稿：质量闭环</a:t>
            </a:r>
            <a:endParaRPr lang="en-US" sz="3800" dirty="0"/>
          </a:p>
        </p:txBody>
      </p:sp>
      <p:sp>
        <p:nvSpPr>
          <p:cNvPr id="4" name="UniComp Render element-a4c96f2891fe816d12f5f58de41d8883"/>
          <p:cNvSpPr/>
          <p:nvPr/>
        </p:nvSpPr>
        <p:spPr>
          <a:xfrm>
            <a:off x="10500055" y="597331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4000"/>
              </a:lnSpc>
              <a:buNone/>
            </a:pPr>
            <a:r>
              <a:rPr lang="en-US" sz="1000" spc="15" kern="0" dirty="0">
                <a:solidFill>
                  <a:srgbClr val="B7C9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测试演示文稿：质量闭环</dc:title>
  <dc:subject>PptxGenJS Presentation</dc:subject>
  <dc:creator>PptxGenJS</dc:creator>
  <cp:lastModifiedBy>PptxGenJS</cp:lastModifiedBy>
  <cp:revision>1</cp:revision>
  <dcterms:created xsi:type="dcterms:W3CDTF">2026-10-14T07:04:42Z</dcterms:created>
  <dcterms:modified xsi:type="dcterms:W3CDTF">2026-10-14T07:04:42Z</dcterms:modified>
</cp:coreProperties>
</file>