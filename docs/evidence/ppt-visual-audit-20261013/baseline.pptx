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2D3A3E"/>
          </a:solidFill>
          <a:ln w="12700">
            <a:solidFill>
              <a:srgbClr val="2D3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53344" y="182880"/>
            <a:ext cx="1435608" cy="1435608"/>
          </a:xfrm>
          <a:prstGeom prst="rtTriangle">
            <a:avLst/>
          </a:prstGeom>
          <a:solidFill>
            <a:srgbClr val="B56A3A"/>
          </a:solidFill>
          <a:ln w="12700">
            <a:solidFill>
              <a:srgbClr val="B56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242A2E"/>
          </a:solidFill>
          <a:ln w="12700">
            <a:solidFill>
              <a:srgbClr val="242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1072591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242A2E"/>
                </a:solidFill>
              </a:rPr>
              <a:t>测试演示文稿：质量闭环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731520" y="3794760"/>
            <a:ext cx="107259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77078"/>
                </a:solidFill>
              </a:rPr>
              <a:t>测试目标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3A3E"/>
          </a:solidFill>
          <a:ln w="12700">
            <a:solidFill>
              <a:srgbClr val="2D3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53344" y="109728"/>
            <a:ext cx="1435608" cy="1435608"/>
          </a:xfrm>
          <a:prstGeom prst="rtTriangle">
            <a:avLst/>
          </a:prstGeom>
          <a:solidFill>
            <a:srgbClr val="B56A3A"/>
          </a:solidFill>
          <a:ln w="12700">
            <a:solidFill>
              <a:srgbClr val="B56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242A2E"/>
          </a:solidFill>
          <a:ln w="12700">
            <a:solidFill>
              <a:srgbClr val="242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219456"/>
            <a:ext cx="9875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A2E"/>
                </a:solidFill>
              </a:rPr>
              <a:t>测试目标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49808" y="1207008"/>
            <a:ext cx="0" cy="4709160"/>
          </a:xfrm>
          <a:prstGeom prst="line">
            <a:avLst/>
          </a:prstGeom>
          <a:noFill/>
          <a:ln w="27940">
            <a:solidFill>
              <a:srgbClr val="2D3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22529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6A3A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1225296"/>
            <a:ext cx="9939528" cy="469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42A2E"/>
                </a:solidFill>
              </a:rPr>
              <a:t>验证生成链路稳定、可复核、可交付</a:t>
            </a:r>
            <a:endParaRPr lang="en-US" sz="1700" dirty="0"/>
          </a:p>
        </p:txBody>
      </p:sp>
      <p:sp>
        <p:nvSpPr>
          <p:cNvPr id="9" name="UniComp Page Number"/>
          <p:cNvSpPr/>
          <p:nvPr/>
        </p:nvSpPr>
        <p:spPr>
          <a:xfrm>
            <a:off x="11201400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707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3A3E"/>
          </a:solidFill>
          <a:ln w="12700">
            <a:solidFill>
              <a:srgbClr val="2D3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53344" y="109728"/>
            <a:ext cx="1435608" cy="1435608"/>
          </a:xfrm>
          <a:prstGeom prst="rtTriangle">
            <a:avLst/>
          </a:prstGeom>
          <a:solidFill>
            <a:srgbClr val="B56A3A"/>
          </a:solidFill>
          <a:ln w="12700">
            <a:solidFill>
              <a:srgbClr val="B56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242A2E"/>
          </a:solidFill>
          <a:ln w="12700">
            <a:solidFill>
              <a:srgbClr val="242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219456"/>
            <a:ext cx="9875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A2E"/>
                </a:solidFill>
              </a:rPr>
              <a:t>测试范围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315968" y="1298448"/>
            <a:ext cx="0" cy="4690872"/>
          </a:xfrm>
          <a:prstGeom prst="line">
            <a:avLst/>
          </a:prstGeom>
          <a:noFill/>
          <a:ln w="15240">
            <a:solidFill>
              <a:srgbClr val="9299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371600"/>
            <a:ext cx="7315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A3A"/>
                </a:solidFill>
              </a:rPr>
              <a:t>结论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8096" y="1773936"/>
            <a:ext cx="31089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42A2E"/>
                </a:solidFill>
              </a:rPr>
              <a:t>测试范围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4736592" y="1298448"/>
            <a:ext cx="0" cy="2189988"/>
          </a:xfrm>
          <a:prstGeom prst="line">
            <a:avLst/>
          </a:prstGeom>
          <a:noFill/>
          <a:ln w="27940">
            <a:solidFill>
              <a:srgbClr val="2D3A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01184" y="131673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6A3A"/>
                </a:solidFill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58384" y="1316736"/>
            <a:ext cx="5870448" cy="2171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42A2E"/>
                </a:solidFill>
              </a:rPr>
              <a:t>覆盖内容规划、Design IR、布局、渲染和登记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736592" y="3726180"/>
            <a:ext cx="0" cy="2189988"/>
          </a:xfrm>
          <a:prstGeom prst="line">
            <a:avLst/>
          </a:prstGeom>
          <a:noFill/>
          <a:ln w="27940">
            <a:solidFill>
              <a:srgbClr val="2D3A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1184" y="374446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6A3A"/>
                </a:solidFill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58384" y="3744468"/>
            <a:ext cx="5870448" cy="2171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42A2E"/>
                </a:solidFill>
              </a:rPr>
              <a:t>不覆盖真实 Provider 收费请求和 macOS 延期目标</a:t>
            </a:r>
            <a:endParaRPr lang="en-US" sz="1700" dirty="0"/>
          </a:p>
        </p:txBody>
      </p:sp>
      <p:sp>
        <p:nvSpPr>
          <p:cNvPr id="15" name="UniComp Page Number"/>
          <p:cNvSpPr/>
          <p:nvPr/>
        </p:nvSpPr>
        <p:spPr>
          <a:xfrm>
            <a:off x="11201400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7078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3A3E"/>
          </a:solidFill>
          <a:ln w="12700">
            <a:solidFill>
              <a:srgbClr val="2D3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53344" y="109728"/>
            <a:ext cx="1435608" cy="1435608"/>
          </a:xfrm>
          <a:prstGeom prst="rtTriangle">
            <a:avLst/>
          </a:prstGeom>
          <a:solidFill>
            <a:srgbClr val="B56A3A"/>
          </a:solidFill>
          <a:ln w="12700">
            <a:solidFill>
              <a:srgbClr val="B56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242A2E"/>
          </a:solidFill>
          <a:ln w="12700">
            <a:solidFill>
              <a:srgbClr val="242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219456"/>
            <a:ext cx="9875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A2E"/>
                </a:solidFill>
              </a:rPr>
              <a:t>测试流程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036826" y="1618488"/>
            <a:ext cx="8051292" cy="0"/>
          </a:xfrm>
          <a:prstGeom prst="line">
            <a:avLst/>
          </a:prstGeom>
          <a:noFill/>
          <a:ln w="17780">
            <a:solidFill>
              <a:srgbClr val="858D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44802" y="1426464"/>
            <a:ext cx="384048" cy="384048"/>
          </a:xfrm>
          <a:prstGeom prst="ellipse">
            <a:avLst/>
          </a:prstGeom>
          <a:solidFill>
            <a:srgbClr val="2D3A3E"/>
          </a:solidFill>
          <a:ln w="12700">
            <a:solidFill>
              <a:srgbClr val="2D3A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44802" y="147218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13816" y="1956816"/>
            <a:ext cx="24460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2A2E"/>
                </a:solidFill>
              </a:rPr>
              <a:t>第一步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1248" y="2450592"/>
            <a:ext cx="2391156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42A2E"/>
                </a:solidFill>
              </a:rPr>
              <a:t>准备同等内容与约束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28566" y="1426464"/>
            <a:ext cx="384048" cy="384048"/>
          </a:xfrm>
          <a:prstGeom prst="ellipse">
            <a:avLst/>
          </a:prstGeom>
          <a:solidFill>
            <a:srgbClr val="2D3A3E"/>
          </a:solidFill>
          <a:ln w="12700">
            <a:solidFill>
              <a:srgbClr val="2D3A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8566" y="147218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97580" y="1956816"/>
            <a:ext cx="24460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2A2E"/>
                </a:solidFill>
              </a:rPr>
              <a:t>第二步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25012" y="2450592"/>
            <a:ext cx="2391156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42A2E"/>
                </a:solidFill>
              </a:rPr>
              <a:t>生成 Art Direction 与 Design IR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212330" y="1426464"/>
            <a:ext cx="384048" cy="384048"/>
          </a:xfrm>
          <a:prstGeom prst="ellipse">
            <a:avLst/>
          </a:prstGeom>
          <a:solidFill>
            <a:srgbClr val="2D3A3E"/>
          </a:solidFill>
          <a:ln w="12700">
            <a:solidFill>
              <a:srgbClr val="2D3A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12330" y="147218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81344" y="1956816"/>
            <a:ext cx="24460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2A2E"/>
                </a:solidFill>
              </a:rPr>
              <a:t>第三步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08776" y="2450592"/>
            <a:ext cx="2391156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42A2E"/>
                </a:solidFill>
              </a:rPr>
              <a:t>执行布局、渲染和结构检查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9896094" y="1426464"/>
            <a:ext cx="384048" cy="384048"/>
          </a:xfrm>
          <a:prstGeom prst="ellipse">
            <a:avLst/>
          </a:prstGeom>
          <a:solidFill>
            <a:srgbClr val="2D3A3E"/>
          </a:solidFill>
          <a:ln w="12700">
            <a:solidFill>
              <a:srgbClr val="2D3A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96094" y="147218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865108" y="1956816"/>
            <a:ext cx="24460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2A2E"/>
                </a:solidFill>
              </a:rPr>
              <a:t>第四步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892540" y="2450592"/>
            <a:ext cx="2391156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42A2E"/>
                </a:solidFill>
              </a:rPr>
              <a:t>保存截图与可复核证据</a:t>
            </a:r>
            <a:endParaRPr lang="en-US" sz="1700" dirty="0"/>
          </a:p>
        </p:txBody>
      </p:sp>
      <p:sp>
        <p:nvSpPr>
          <p:cNvPr id="23" name="UniComp Page Number"/>
          <p:cNvSpPr/>
          <p:nvPr/>
        </p:nvSpPr>
        <p:spPr>
          <a:xfrm>
            <a:off x="11201400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7078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3A3E"/>
          </a:solidFill>
          <a:ln w="12700">
            <a:solidFill>
              <a:srgbClr val="2D3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53344" y="109728"/>
            <a:ext cx="1435608" cy="1435608"/>
          </a:xfrm>
          <a:prstGeom prst="rtTriangle">
            <a:avLst/>
          </a:prstGeom>
          <a:solidFill>
            <a:srgbClr val="B56A3A"/>
          </a:solidFill>
          <a:ln w="12700">
            <a:solidFill>
              <a:srgbClr val="B56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242A2E"/>
          </a:solidFill>
          <a:ln w="12700">
            <a:solidFill>
              <a:srgbClr val="242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219456"/>
            <a:ext cx="9875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A2E"/>
                </a:solidFill>
              </a:rPr>
              <a:t>预期结果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13232" y="1234440"/>
            <a:ext cx="0" cy="1402080"/>
          </a:xfrm>
          <a:prstGeom prst="line">
            <a:avLst/>
          </a:prstGeom>
          <a:noFill/>
          <a:ln w="27940">
            <a:solidFill>
              <a:srgbClr val="2D3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25272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6A3A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5024" y="1252728"/>
            <a:ext cx="10058400" cy="1383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42A2E"/>
                </a:solidFill>
              </a:rPr>
              <a:t>每页内容完整且无越界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13232" y="2874264"/>
            <a:ext cx="0" cy="1402080"/>
          </a:xfrm>
          <a:prstGeom prst="line">
            <a:avLst/>
          </a:prstGeom>
          <a:noFill/>
          <a:ln w="27940">
            <a:solidFill>
              <a:srgbClr val="2D3A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8925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6A3A"/>
                </a:solidFill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35024" y="2892552"/>
            <a:ext cx="10058400" cy="1383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42A2E"/>
                </a:solidFill>
              </a:rPr>
              <a:t>流程页按语义顺序呈现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13232" y="4514088"/>
            <a:ext cx="0" cy="1402080"/>
          </a:xfrm>
          <a:prstGeom prst="line">
            <a:avLst/>
          </a:prstGeom>
          <a:noFill/>
          <a:ln w="27940">
            <a:solidFill>
              <a:srgbClr val="2D3A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453237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6A3A"/>
                </a:solidFill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35024" y="4532376"/>
            <a:ext cx="10058400" cy="1383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42A2E"/>
                </a:solidFill>
              </a:rPr>
              <a:t>视觉风格跨页一致并可解释</a:t>
            </a:r>
            <a:endParaRPr lang="en-US" sz="1700" dirty="0"/>
          </a:p>
        </p:txBody>
      </p:sp>
      <p:sp>
        <p:nvSpPr>
          <p:cNvPr id="15" name="UniComp Page Number"/>
          <p:cNvSpPr/>
          <p:nvPr/>
        </p:nvSpPr>
        <p:spPr>
          <a:xfrm>
            <a:off x="11201400" y="64373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77078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2D3A3E"/>
          </a:solidFill>
          <a:ln w="12700">
            <a:solidFill>
              <a:srgbClr val="2D3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53344" y="182880"/>
            <a:ext cx="1435608" cy="1435608"/>
          </a:xfrm>
          <a:prstGeom prst="rtTriangle">
            <a:avLst/>
          </a:prstGeom>
          <a:solidFill>
            <a:srgbClr val="B56A3A"/>
          </a:solidFill>
          <a:ln w="12700">
            <a:solidFill>
              <a:srgbClr val="B56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242A2E"/>
          </a:solidFill>
          <a:ln w="12700">
            <a:solidFill>
              <a:srgbClr val="242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2588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56A3A"/>
                </a:solidFill>
              </a:rPr>
              <a:t>谢谢观看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2148840"/>
            <a:ext cx="100858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42A2E"/>
                </a:solidFill>
              </a:rPr>
              <a:t>测试演示文稿：质量闭环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51560" y="4069080"/>
            <a:ext cx="10085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77078"/>
                </a:solidFill>
              </a:rPr>
              <a:t>测试演示文稿：质量闭环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测试演示文稿：质量闭环</dc:title>
  <dc:subject>PptxGenJS Presentation</dc:subject>
  <dc:creator>PptxGenJS</dc:creator>
  <cp:lastModifiedBy>PptxGenJS</cp:lastModifiedBy>
  <cp:revision>1</cp:revision>
  <dcterms:created xsi:type="dcterms:W3CDTF">2026-10-13T18:41:36Z</dcterms:created>
  <dcterms:modified xsi:type="dcterms:W3CDTF">2026-10-13T18:41:36Z</dcterms:modified>
</cp:coreProperties>
</file>