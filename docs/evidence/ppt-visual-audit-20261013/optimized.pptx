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2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ca6f0be01d5f88df912bc75e32d70efe"/>
          <p:cNvSpPr/>
          <p:nvPr/>
        </p:nvSpPr>
        <p:spPr>
          <a:xfrm>
            <a:off x="1472733" y="1738732"/>
            <a:ext cx="9246138" cy="299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38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测试演示文稿：质量闭环</a:t>
            </a:r>
            <a:endParaRPr lang="en-US" sz="3800" dirty="0"/>
          </a:p>
        </p:txBody>
      </p:sp>
      <p:sp>
        <p:nvSpPr>
          <p:cNvPr id="3" name="UniComp Render element-8c9513023deebe3fc6b44912dafe8908"/>
          <p:cNvSpPr/>
          <p:nvPr/>
        </p:nvSpPr>
        <p:spPr>
          <a:xfrm>
            <a:off x="10500055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b369e3dbfbad4b1bfa95716a900377c4"/>
          <p:cNvSpPr/>
          <p:nvPr/>
        </p:nvSpPr>
        <p:spPr>
          <a:xfrm>
            <a:off x="853410" y="779617"/>
            <a:ext cx="10484876" cy="1500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37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测试目标</a:t>
            </a:r>
            <a:endParaRPr lang="en-US" sz="3700" dirty="0"/>
          </a:p>
        </p:txBody>
      </p:sp>
      <p:sp>
        <p:nvSpPr>
          <p:cNvPr id="3" name="UniComp Render element-3082917807527c071b15d2cf5ad3312c"/>
          <p:cNvSpPr/>
          <p:nvPr/>
        </p:nvSpPr>
        <p:spPr>
          <a:xfrm>
            <a:off x="853410" y="3128437"/>
            <a:ext cx="10484876" cy="257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验证生成链路稳定、可复核、可交付</a:t>
            </a:r>
            <a:endParaRPr lang="en-US" sz="2100" dirty="0"/>
          </a:p>
        </p:txBody>
      </p:sp>
      <p:sp>
        <p:nvSpPr>
          <p:cNvPr id="4" name="UniComp Render element-ea89ca1a810ceee2a939587624e48115"/>
          <p:cNvSpPr/>
          <p:nvPr/>
        </p:nvSpPr>
        <p:spPr>
          <a:xfrm>
            <a:off x="10926806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12b7539ac0afccef434d571cacf25272"/>
          <p:cNvSpPr/>
          <p:nvPr/>
        </p:nvSpPr>
        <p:spPr>
          <a:xfrm>
            <a:off x="853410" y="480060"/>
            <a:ext cx="10484876" cy="656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37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测试范围</a:t>
            </a:r>
            <a:endParaRPr lang="en-US" sz="3700" dirty="0"/>
          </a:p>
        </p:txBody>
      </p:sp>
      <p:sp>
        <p:nvSpPr>
          <p:cNvPr id="3" name="UniComp Render element-fc853a51f1d14f6aad2179c8e3d16d06"/>
          <p:cNvSpPr/>
          <p:nvPr/>
        </p:nvSpPr>
        <p:spPr>
          <a:xfrm>
            <a:off x="853410" y="1393088"/>
            <a:ext cx="5114422" cy="73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覆盖内容规划、Design IR、布局、渲染和登记</a:t>
            </a:r>
            <a:endParaRPr lang="en-US" sz="2100" dirty="0"/>
          </a:p>
        </p:txBody>
      </p:sp>
      <p:sp>
        <p:nvSpPr>
          <p:cNvPr id="4" name="UniComp Render element-0f785b0b2269368acf547b06a53d6f1a"/>
          <p:cNvSpPr/>
          <p:nvPr/>
        </p:nvSpPr>
        <p:spPr>
          <a:xfrm>
            <a:off x="6223864" y="1393088"/>
            <a:ext cx="5114422" cy="73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7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不覆盖真实 Provider 收费请求和 macOS 延期目标</a:t>
            </a:r>
            <a:endParaRPr lang="en-US" sz="1700" dirty="0"/>
          </a:p>
        </p:txBody>
      </p:sp>
      <p:sp>
        <p:nvSpPr>
          <p:cNvPr id="5" name="UniComp Render element-219e0bfd34a04c262d7d0d3ff1bf7c93"/>
          <p:cNvSpPr/>
          <p:nvPr/>
        </p:nvSpPr>
        <p:spPr>
          <a:xfrm>
            <a:off x="10926806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a98fc26efeff15031e34cc388ecd61db"/>
          <p:cNvSpPr/>
          <p:nvPr/>
        </p:nvSpPr>
        <p:spPr>
          <a:xfrm>
            <a:off x="1976567" y="1173632"/>
            <a:ext cx="182880" cy="182880"/>
          </a:xfrm>
          <a:prstGeom prst="ellipse">
            <a:avLst/>
          </a:prstGeom>
          <a:solidFill>
            <a:srgbClr val="35D6C8"/>
          </a:solidFill>
          <a:ln w="12700">
            <a:solidFill>
              <a:srgbClr val="35D6C8"/>
            </a:solidFill>
            <a:prstDash val="solid"/>
          </a:ln>
        </p:spPr>
      </p:sp>
      <p:sp>
        <p:nvSpPr>
          <p:cNvPr id="3" name="UniComp Render element-9ec0a0834e6420141aeefd3adcc391ca"/>
          <p:cNvSpPr/>
          <p:nvPr/>
        </p:nvSpPr>
        <p:spPr>
          <a:xfrm>
            <a:off x="4661794" y="1173632"/>
            <a:ext cx="182880" cy="182880"/>
          </a:xfrm>
          <a:prstGeom prst="ellipse">
            <a:avLst/>
          </a:prstGeom>
          <a:solidFill>
            <a:srgbClr val="35D6C8"/>
          </a:solidFill>
          <a:ln w="12700">
            <a:solidFill>
              <a:srgbClr val="35D6C8"/>
            </a:solidFill>
            <a:prstDash val="solid"/>
          </a:ln>
        </p:spPr>
      </p:sp>
      <p:sp>
        <p:nvSpPr>
          <p:cNvPr id="4" name="UniComp Render element-7e700468bd2de568db24daf913cd98f5"/>
          <p:cNvSpPr/>
          <p:nvPr/>
        </p:nvSpPr>
        <p:spPr>
          <a:xfrm>
            <a:off x="7347021" y="1173632"/>
            <a:ext cx="182880" cy="182880"/>
          </a:xfrm>
          <a:prstGeom prst="ellipse">
            <a:avLst/>
          </a:prstGeom>
          <a:solidFill>
            <a:srgbClr val="35D6C8"/>
          </a:solidFill>
          <a:ln w="12700">
            <a:solidFill>
              <a:srgbClr val="35D6C8"/>
            </a:solidFill>
            <a:prstDash val="solid"/>
          </a:ln>
        </p:spPr>
      </p:sp>
      <p:sp>
        <p:nvSpPr>
          <p:cNvPr id="5" name="UniComp Render element-f2811416e71bf3a2cac4bfb33b124fa5"/>
          <p:cNvSpPr/>
          <p:nvPr/>
        </p:nvSpPr>
        <p:spPr>
          <a:xfrm>
            <a:off x="10032248" y="1173632"/>
            <a:ext cx="182880" cy="182880"/>
          </a:xfrm>
          <a:prstGeom prst="ellipse">
            <a:avLst/>
          </a:prstGeom>
          <a:solidFill>
            <a:srgbClr val="35D6C8"/>
          </a:solidFill>
          <a:ln w="12700">
            <a:solidFill>
              <a:srgbClr val="35D6C8"/>
            </a:solidFill>
            <a:prstDash val="solid"/>
          </a:ln>
        </p:spPr>
      </p:sp>
      <p:sp>
        <p:nvSpPr>
          <p:cNvPr id="6" name="UniComp Render element-5cf21623f38b816067bf82097530e8b0"/>
          <p:cNvSpPr/>
          <p:nvPr/>
        </p:nvSpPr>
        <p:spPr>
          <a:xfrm>
            <a:off x="2159447" y="1253185"/>
            <a:ext cx="2502347" cy="22860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7" name="UniComp Render element-153701679834ba03e9127ac7e704afc8"/>
          <p:cNvSpPr/>
          <p:nvPr/>
        </p:nvSpPr>
        <p:spPr>
          <a:xfrm>
            <a:off x="4844674" y="1253185"/>
            <a:ext cx="2502347" cy="22860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8" name="UniComp Render element-f4a424b0270e205014fe5d26b3442c5d"/>
          <p:cNvSpPr/>
          <p:nvPr/>
        </p:nvSpPr>
        <p:spPr>
          <a:xfrm>
            <a:off x="7529901" y="1253185"/>
            <a:ext cx="2502347" cy="22860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9" name="UniComp Render element-f427c41391f3b2fe336e758b4602254e"/>
          <p:cNvSpPr/>
          <p:nvPr/>
        </p:nvSpPr>
        <p:spPr>
          <a:xfrm>
            <a:off x="853410" y="480060"/>
            <a:ext cx="10484876" cy="656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37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测试流程</a:t>
            </a:r>
            <a:endParaRPr lang="en-US" sz="3700" dirty="0"/>
          </a:p>
        </p:txBody>
      </p:sp>
      <p:sp>
        <p:nvSpPr>
          <p:cNvPr id="10" name="UniComp Render element-2df71e84fa84c0df84fe0ca52aa3b0fe"/>
          <p:cNvSpPr/>
          <p:nvPr/>
        </p:nvSpPr>
        <p:spPr>
          <a:xfrm>
            <a:off x="853410" y="1393088"/>
            <a:ext cx="2429195" cy="73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第一步：准备同等内容与约束</a:t>
            </a:r>
            <a:endParaRPr lang="en-US" sz="2100" dirty="0"/>
          </a:p>
        </p:txBody>
      </p:sp>
      <p:sp>
        <p:nvSpPr>
          <p:cNvPr id="11" name="UniComp Render element-c19921fb4813ac95123a93a42dd93060"/>
          <p:cNvSpPr/>
          <p:nvPr/>
        </p:nvSpPr>
        <p:spPr>
          <a:xfrm>
            <a:off x="3538637" y="1393088"/>
            <a:ext cx="2429195" cy="107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第二步：生成 Art Direction 与 Design IR</a:t>
            </a:r>
            <a:endParaRPr lang="en-US" sz="2100" dirty="0"/>
          </a:p>
        </p:txBody>
      </p:sp>
      <p:sp>
        <p:nvSpPr>
          <p:cNvPr id="12" name="UniComp Render element-f2dd490b6c0b06e6ea603bf69f4b57de"/>
          <p:cNvSpPr/>
          <p:nvPr/>
        </p:nvSpPr>
        <p:spPr>
          <a:xfrm>
            <a:off x="6223864" y="1393088"/>
            <a:ext cx="2429195" cy="73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第三步：执行布局、渲染和结构检查</a:t>
            </a:r>
            <a:endParaRPr lang="en-US" sz="2100" dirty="0"/>
          </a:p>
        </p:txBody>
      </p:sp>
      <p:sp>
        <p:nvSpPr>
          <p:cNvPr id="13" name="UniComp Render element-87857bcc3ab80c19c0f32fdd48430eca"/>
          <p:cNvSpPr/>
          <p:nvPr/>
        </p:nvSpPr>
        <p:spPr>
          <a:xfrm>
            <a:off x="8909091" y="1393088"/>
            <a:ext cx="2429195" cy="73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第四步：保存截图与可复核证据</a:t>
            </a:r>
            <a:endParaRPr lang="en-US" sz="2100" dirty="0"/>
          </a:p>
        </p:txBody>
      </p:sp>
      <p:sp>
        <p:nvSpPr>
          <p:cNvPr id="14" name="UniComp Render element-c984bce1aae3c6018482e85822f62569"/>
          <p:cNvSpPr/>
          <p:nvPr/>
        </p:nvSpPr>
        <p:spPr>
          <a:xfrm>
            <a:off x="10926806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39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7731d75f7f45101711147d710ff4a33e"/>
          <p:cNvSpPr/>
          <p:nvPr/>
        </p:nvSpPr>
        <p:spPr>
          <a:xfrm>
            <a:off x="853410" y="480060"/>
            <a:ext cx="10484876" cy="656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37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预期结果</a:t>
            </a:r>
            <a:endParaRPr lang="en-US" sz="3700" dirty="0"/>
          </a:p>
        </p:txBody>
      </p:sp>
      <p:sp>
        <p:nvSpPr>
          <p:cNvPr id="3" name="UniComp Render element-e2beb732308768bdb148ecda51edda07"/>
          <p:cNvSpPr/>
          <p:nvPr/>
        </p:nvSpPr>
        <p:spPr>
          <a:xfrm>
            <a:off x="853410" y="1393088"/>
            <a:ext cx="3324301" cy="397124"/>
          </a:xfrm>
          <a:prstGeom prst="rect">
            <a:avLst/>
          </a:prstGeom>
          <a:noFill/>
          <a:ln w="12700">
            <a:solidFill>
              <a:srgbClr val="35D6C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每页内容完整且无越界</a:t>
            </a:r>
            <a:endParaRPr lang="en-US" sz="2100" dirty="0"/>
          </a:p>
        </p:txBody>
      </p:sp>
      <p:sp>
        <p:nvSpPr>
          <p:cNvPr id="4" name="UniComp Render element-bf3c71f64716729a035044ad3024fb77"/>
          <p:cNvSpPr/>
          <p:nvPr/>
        </p:nvSpPr>
        <p:spPr>
          <a:xfrm>
            <a:off x="4433743" y="1393088"/>
            <a:ext cx="3324301" cy="397124"/>
          </a:xfrm>
          <a:prstGeom prst="rect">
            <a:avLst/>
          </a:prstGeom>
          <a:noFill/>
          <a:ln w="12700">
            <a:solidFill>
              <a:srgbClr val="35D6C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流程页按语义顺序呈现</a:t>
            </a:r>
            <a:endParaRPr lang="en-US" sz="2100" dirty="0"/>
          </a:p>
        </p:txBody>
      </p:sp>
      <p:sp>
        <p:nvSpPr>
          <p:cNvPr id="5" name="UniComp Render element-8583b31fbcb59c930c326ffd1f311c2d"/>
          <p:cNvSpPr/>
          <p:nvPr/>
        </p:nvSpPr>
        <p:spPr>
          <a:xfrm>
            <a:off x="8013984" y="1393088"/>
            <a:ext cx="3324301" cy="397124"/>
          </a:xfrm>
          <a:prstGeom prst="rect">
            <a:avLst/>
          </a:prstGeom>
          <a:noFill/>
          <a:ln w="12700">
            <a:solidFill>
              <a:srgbClr val="35D6C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视觉风格跨页一致并可解释</a:t>
            </a:r>
            <a:endParaRPr lang="en-US" sz="2100" dirty="0"/>
          </a:p>
        </p:txBody>
      </p:sp>
      <p:sp>
        <p:nvSpPr>
          <p:cNvPr id="6" name="UniComp Render element-8cbb2d33a978a002d3a44eb5eb307704"/>
          <p:cNvSpPr/>
          <p:nvPr/>
        </p:nvSpPr>
        <p:spPr>
          <a:xfrm>
            <a:off x="10926806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68541c4d449d72e30685f3f815d2098e"/>
          <p:cNvSpPr/>
          <p:nvPr/>
        </p:nvSpPr>
        <p:spPr>
          <a:xfrm>
            <a:off x="2146920" y="1957273"/>
            <a:ext cx="7897764" cy="255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38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测试演示文稿：质量闭环</a:t>
            </a:r>
            <a:endParaRPr lang="en-US" sz="3800" dirty="0"/>
          </a:p>
        </p:txBody>
      </p:sp>
      <p:sp>
        <p:nvSpPr>
          <p:cNvPr id="3" name="UniComp Render element-425450df398ae7e012b54e0739e326c8"/>
          <p:cNvSpPr/>
          <p:nvPr/>
        </p:nvSpPr>
        <p:spPr>
          <a:xfrm>
            <a:off x="10500055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测试演示文稿：质量闭环</dc:title>
  <dc:subject>PptxGenJS Presentation</dc:subject>
  <dc:creator>PptxGenJS</dc:creator>
  <cp:lastModifiedBy>PptxGenJS</cp:lastModifiedBy>
  <cp:revision>1</cp:revision>
  <dcterms:created xsi:type="dcterms:W3CDTF">2026-10-13T18:41:36Z</dcterms:created>
  <dcterms:modified xsi:type="dcterms:W3CDTF">2026-10-13T18:41:36Z</dcterms:modified>
</cp:coreProperties>
</file>